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9CB30-CB77-8324-6AA5-D6E1E2440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9F022-5296-D449-FE47-5A3A33810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767A9-C065-A360-78D6-672ED14A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3CF93-9DE4-025B-4AF3-B1F7DED7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9D06-809F-7518-6B91-70D53FCB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698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E561-646C-D4BC-C97D-F182839FD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D3537-B830-B70B-71DB-3F2287BD1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E789B-6343-7047-9572-134061FA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3138E-74A0-EAB1-9BE8-7ACA23FD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3CD1D-C0BA-C15E-6F32-2D170306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3070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221D-D5DE-76B1-EF5E-D2F1BAF32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3467D-DEFC-89F9-C3EA-D8878A655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E9AF6-CCF7-E468-08CA-C0F33A0D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72B9F-A9B7-077A-DDDF-A90DE91DD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C7B79-4D02-901C-8A3C-31EEA588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474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D5290-93CB-4C6F-2E7E-CA2C87E0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8501A-8A96-D64C-E10F-248F35781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9715C-4579-F75E-2DE0-AEB80E181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21049-48CE-420C-867A-42BE79CB7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93E1A-F49C-579B-910F-99FD820C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82720-320E-2F7B-7AE2-32D9EAAA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6488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FF94-6547-C49C-8B1A-01D9BB52E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541BC-FE99-7954-E5A0-D2BCADDA9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9A5C6-B5C5-FFFC-1345-843D94767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E6A77-F0C7-AC22-B185-90F2CB28F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F3A8E-61BE-BFA3-D330-75306EDD1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61204-B72D-E705-1AEC-F665A5A6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190133-21B0-66BE-25DF-EDA0FD25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FBB6C6-992C-02CD-6485-04ED6D32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9928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6EEB-DEFD-7CA3-C841-A253BD4EA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E38959-DE1B-86FE-2A24-FBC9E5E0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EDA36-97D2-E72E-2911-944EBE38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53238-D6BB-FCBA-5458-E7DAC39D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5167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8A407-7704-2F11-60FF-7CB413B9D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EA61D-A89F-936A-FA10-D3E37959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38120-13B9-138A-9802-E9F59E37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190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DF09-08F3-2DD0-E4E0-E0174C87A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FE54-30E4-D275-D1FC-CBBC6181C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1E85C-3996-E50F-F529-662FFA9D4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BF0EA-59F4-0D71-BCC1-9F0E97D0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E252D-C4A7-E65A-0B3A-436DDB3B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AB91E-6286-4F0C-651A-16461071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8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F9AB-AA4D-0DEA-A34D-496F7BA5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5CC733-9B5F-F73E-688C-DD56AC32E8B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DCCB6-0542-33D6-D19D-03D9308FD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01034-1607-F70E-BD9E-EE52A31B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7A7EC-D1AF-3C3E-48FA-FA4F48E8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E8FEC-132A-6DEC-AF17-931E0B7D8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023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6083-0411-4C82-E455-1A0E4F16E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C874C-4EDE-D9C6-6A18-211B73AE7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E9DC9-2D0C-3ED9-A044-DA307A48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4ABE9-AEEE-0DEB-9F17-0178C379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ACEBE-5C68-19BE-AE3A-78D75879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6672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29965-D7CD-DF68-6409-B9D399DA1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B69C2-383A-BE0B-6AC2-2977E61F4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D07A-F590-1C01-15DC-168051541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4C3D4-ABEF-D6DB-C258-DE9979F6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CAF73-0197-BFCA-D91D-D12C14B6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118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453CCD-1323-2D90-A592-83135BE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5C78B-FE8C-8940-93FE-953CF0FD9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E75AF-3ADB-F0CE-A195-B0F4A0C93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39961-86FD-488E-BF6A-57A8845D2589}" type="datetimeFigureOut">
              <a:rPr lang="en-DE" smtClean="0"/>
              <a:t>04/10/2026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1B7C8-FA63-A747-FC5B-197A3C5F2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4E6C4-18C0-53B7-34F0-0004DB20A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35E3B-C60A-4CA8-B0C9-7166AFA7D82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161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BBCC-8336-1E8E-71D2-378AB344B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04E28-4F4E-D1FE-619E-E222820FB1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5199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Riya Vidwans</dc:creator>
  <cp:lastModifiedBy>Riya Vidwans</cp:lastModifiedBy>
  <cp:revision>1</cp:revision>
  <dcterms:created xsi:type="dcterms:W3CDTF">2026-10-04T05:59:26Z</dcterms:created>
  <dcterms:modified xsi:type="dcterms:W3CDTF">2026-10-04T06:00:18Z</dcterms:modified>
</cp:coreProperties>
</file>